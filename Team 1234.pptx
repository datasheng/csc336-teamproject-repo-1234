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uhhBtkxx3TfsPJ4hW10tqVh3i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f41856904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9f41856904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3315031" y="1380754"/>
            <a:ext cx="5562000" cy="25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E-Campus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3315031" y="4076802"/>
            <a:ext cx="5561938" cy="1534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Presented by Team 1234: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Bryan Dong, Sushanta Sapkota, Joseph Helfenbein, Pragyam Tiwari, Sajid Patwary, Tanvir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On November 3, 2025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 flipH="1" rot="-1577571">
            <a:off x="2494119" y="6170"/>
            <a:ext cx="6816262" cy="6816262"/>
          </a:xfrm>
          <a:prstGeom prst="arc">
            <a:avLst>
              <a:gd fmla="val 16200000" name="adj1"/>
              <a:gd fmla="val 20093138" name="adj2"/>
            </a:avLst>
          </a:prstGeom>
          <a:noFill/>
          <a:ln cap="rnd" cmpd="sng" w="127000">
            <a:solidFill>
              <a:schemeClr val="accent4">
                <a:alpha val="94509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459863"/>
            <a:ext cx="10515600" cy="1004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en-US">
                <a:solidFill>
                  <a:srgbClr val="FFFFFF"/>
                </a:solidFill>
              </a:rPr>
              <a:t>What, Who, How and Why 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579496" y="1587970"/>
            <a:ext cx="11033008" cy="4768380"/>
          </a:xfrm>
          <a:prstGeom prst="roundRect">
            <a:avLst>
              <a:gd fmla="val 3174" name="adj"/>
            </a:avLst>
          </a:prstGeom>
          <a:solidFill>
            <a:schemeClr val="lt1">
              <a:alpha val="9450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2"/>
          <p:cNvGrpSpPr/>
          <p:nvPr/>
        </p:nvGrpSpPr>
        <p:grpSpPr>
          <a:xfrm>
            <a:off x="913968" y="2379079"/>
            <a:ext cx="10364063" cy="3195001"/>
            <a:chOff x="75768" y="578168"/>
            <a:chExt cx="10364063" cy="3195001"/>
          </a:xfrm>
        </p:grpSpPr>
        <p:sp>
          <p:nvSpPr>
            <p:cNvPr id="104" name="Google Shape;104;p2"/>
            <p:cNvSpPr/>
            <p:nvPr/>
          </p:nvSpPr>
          <p:spPr>
            <a:xfrm>
              <a:off x="679050" y="578168"/>
              <a:ext cx="1887187" cy="1887187"/>
            </a:xfrm>
            <a:prstGeom prst="ellipse">
              <a:avLst/>
            </a:prstGeom>
            <a:solidFill>
              <a:srgbClr val="E97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081237" y="980356"/>
              <a:ext cx="1082812" cy="108281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75768" y="3053169"/>
              <a:ext cx="309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75768" y="3053169"/>
              <a:ext cx="309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-US" sz="1700">
                  <a:solidFill>
                    <a:schemeClr val="dk1"/>
                  </a:solidFill>
                </a:rPr>
                <a:t>Allow for campus events to be scheduled with tickets that are bought to attend.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4314206" y="578168"/>
              <a:ext cx="1887187" cy="1887187"/>
            </a:xfrm>
            <a:prstGeom prst="ellipse">
              <a:avLst/>
            </a:prstGeom>
            <a:solidFill>
              <a:srgbClr val="176B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4716393" y="980356"/>
              <a:ext cx="1082812" cy="108281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710925" y="3053169"/>
              <a:ext cx="309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3710925" y="3053169"/>
              <a:ext cx="309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-US" sz="1700">
                  <a:solidFill>
                    <a:schemeClr val="dk1"/>
                  </a:solidFill>
                </a:rPr>
                <a:t>Organizations </a:t>
              </a:r>
              <a:r>
                <a:rPr lang="en-US" sz="1700">
                  <a:solidFill>
                    <a:schemeClr val="dk1"/>
                  </a:solidFill>
                </a:rPr>
                <a:t>want to create events and sell tickets.</a:t>
              </a:r>
              <a:endParaRPr sz="1700">
                <a:solidFill>
                  <a:schemeClr val="dk1"/>
                </a:solidFill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-US" sz="1700">
                  <a:solidFill>
                    <a:schemeClr val="dk1"/>
                  </a:solidFill>
                </a:rPr>
                <a:t>Students want to go to events.</a:t>
              </a:r>
              <a:endParaRPr sz="1700">
                <a:solidFill>
                  <a:schemeClr val="dk1"/>
                </a:solidFill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7949362" y="578168"/>
              <a:ext cx="1887187" cy="1887187"/>
            </a:xfrm>
            <a:prstGeom prst="ellipse">
              <a:avLst/>
            </a:prstGeom>
            <a:solidFill>
              <a:srgbClr val="0C9E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8351550" y="980356"/>
              <a:ext cx="1082812" cy="108281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7346081" y="3053169"/>
              <a:ext cx="309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7346081" y="3053169"/>
              <a:ext cx="309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-US" sz="1700">
                  <a:solidFill>
                    <a:schemeClr val="dk1"/>
                  </a:solidFill>
                </a:rPr>
                <a:t>Colleges benefit from a single platform for all events.</a:t>
              </a:r>
              <a:endParaRPr sz="1700">
                <a:solidFill>
                  <a:schemeClr val="dk1"/>
                </a:solidFill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-US" sz="1700">
                  <a:solidFill>
                    <a:schemeClr val="dk1"/>
                  </a:solidFill>
                </a:rPr>
                <a:t>Data about size of active student body and types of events at a campus helps companies </a:t>
              </a:r>
              <a:r>
                <a:rPr lang="en-US" sz="1700">
                  <a:solidFill>
                    <a:schemeClr val="dk1"/>
                  </a:solidFill>
                </a:rPr>
                <a:t>advertise</a:t>
              </a:r>
              <a:r>
                <a:rPr lang="en-US" sz="1700">
                  <a:solidFill>
                    <a:schemeClr val="dk1"/>
                  </a:solidFill>
                </a:rPr>
                <a:t> better.</a:t>
              </a:r>
              <a:endParaRPr sz="1700">
                <a:solidFill>
                  <a:schemeClr val="dk1"/>
                </a:solidFill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t/>
              </a:r>
              <a:endParaRPr sz="17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46800" y="-153725"/>
            <a:ext cx="4209000" cy="17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en-US" sz="2900"/>
              <a:t>USERS journey</a:t>
            </a:r>
            <a:endParaRPr sz="2900"/>
          </a:p>
        </p:txBody>
      </p:sp>
      <p:pic>
        <p:nvPicPr>
          <p:cNvPr id="121" name="Google Shape;121;p3" title="Screenshot 2025-11-01 at 8.40.0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15100"/>
            <a:ext cx="12192000" cy="31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/>
          <p:nvPr/>
        </p:nvSpPr>
        <p:spPr>
          <a:xfrm flipH="1" rot="10800000">
            <a:off x="7825202" y="2515337"/>
            <a:ext cx="4083300" cy="4083300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f41856904_0_7"/>
          <p:cNvSpPr/>
          <p:nvPr/>
        </p:nvSpPr>
        <p:spPr>
          <a:xfrm>
            <a:off x="3048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9f41856904_0_7"/>
          <p:cNvSpPr/>
          <p:nvPr/>
        </p:nvSpPr>
        <p:spPr>
          <a:xfrm>
            <a:off x="1" y="0"/>
            <a:ext cx="4167271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9f41856904_0_7"/>
          <p:cNvSpPr txBox="1"/>
          <p:nvPr>
            <p:ph type="title"/>
          </p:nvPr>
        </p:nvSpPr>
        <p:spPr>
          <a:xfrm>
            <a:off x="3050" y="0"/>
            <a:ext cx="10067400" cy="16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en-US"/>
              <a:t>Organization Admin Journey</a:t>
            </a:r>
            <a:endParaRPr/>
          </a:p>
        </p:txBody>
      </p:sp>
      <p:sp>
        <p:nvSpPr>
          <p:cNvPr id="130" name="Google Shape;130;g39f41856904_0_7"/>
          <p:cNvSpPr/>
          <p:nvPr/>
        </p:nvSpPr>
        <p:spPr>
          <a:xfrm flipH="1" rot="10800000">
            <a:off x="7550402" y="2455612"/>
            <a:ext cx="4083300" cy="4083300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9f41856904_0_7"/>
          <p:cNvPicPr preferRelativeResize="0"/>
          <p:nvPr/>
        </p:nvPicPr>
        <p:blipFill rotWithShape="1">
          <a:blip r:embed="rId3">
            <a:alphaModFix/>
          </a:blip>
          <a:srcRect b="0" l="1713" r="2030" t="0"/>
          <a:stretch/>
        </p:blipFill>
        <p:spPr>
          <a:xfrm>
            <a:off x="0" y="1924700"/>
            <a:ext cx="12188998" cy="2187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0" y="-1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6238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38550" y="729175"/>
            <a:ext cx="11653500" cy="612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6C5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>
            <p:ph type="title"/>
          </p:nvPr>
        </p:nvSpPr>
        <p:spPr>
          <a:xfrm>
            <a:off x="638663" y="-1685065"/>
            <a:ext cx="4589400" cy="44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n-US" sz="4800"/>
              <a:t>Our </a:t>
            </a:r>
            <a:r>
              <a:rPr lang="en-US" sz="4800"/>
              <a:t>Database Design</a:t>
            </a:r>
            <a:endParaRPr sz="4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t/>
            </a:r>
            <a:endParaRPr sz="4800"/>
          </a:p>
        </p:txBody>
      </p:sp>
      <p:pic>
        <p:nvPicPr>
          <p:cNvPr id="142" name="Google Shape;14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7825" y="1458350"/>
            <a:ext cx="9231136" cy="539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68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5" title="Screenshot 2025-11-02 at 11.38.0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1350" y="1148625"/>
            <a:ext cx="8894249" cy="4295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>
            <p:ph type="title"/>
          </p:nvPr>
        </p:nvSpPr>
        <p:spPr>
          <a:xfrm>
            <a:off x="122080" y="2119413"/>
            <a:ext cx="2752500" cy="27093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lang="en-US" sz="2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The Stack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CA5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lang="en-US" sz="2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Member Roles</a:t>
            </a:r>
            <a:endParaRPr/>
          </a:p>
        </p:txBody>
      </p:sp>
      <p:pic>
        <p:nvPicPr>
          <p:cNvPr descr="6 Essential Product Team Roles [Definitions and Resources]" id="158" name="Google Shape;158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2200" y="4783655"/>
            <a:ext cx="3859800" cy="17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 txBox="1"/>
          <p:nvPr/>
        </p:nvSpPr>
        <p:spPr>
          <a:xfrm>
            <a:off x="3392425" y="370950"/>
            <a:ext cx="7556100" cy="46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Bryan - backend and database management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Sushanta - frontend developer and database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Joseph - cloud deployment and backend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Pragyam - backend and frontend developer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Sajid - front end development and database management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Tanvir - General developer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>
            <p:ph type="title"/>
          </p:nvPr>
        </p:nvSpPr>
        <p:spPr>
          <a:xfrm>
            <a:off x="3315031" y="1380754"/>
            <a:ext cx="5561938" cy="25135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 sz="6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Q&amp;A</a:t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 flipH="1" rot="-1577571">
            <a:off x="2494119" y="6170"/>
            <a:ext cx="6816262" cy="6816262"/>
          </a:xfrm>
          <a:prstGeom prst="arc">
            <a:avLst>
              <a:gd fmla="val 16200000" name="adj1"/>
              <a:gd fmla="val 20093138" name="adj2"/>
            </a:avLst>
          </a:prstGeom>
          <a:noFill/>
          <a:ln cap="rnd" cmpd="sng" w="127000">
            <a:solidFill>
              <a:schemeClr val="accent4">
                <a:alpha val="94509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2024-02-20T13:08:53Z</dcterms:created>
  <dc:creator>Sheng-Min Chen</dc:creator>
</cp:coreProperties>
</file>